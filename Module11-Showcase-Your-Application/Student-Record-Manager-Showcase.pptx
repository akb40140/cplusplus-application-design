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Ahmed. This is the Student Record Manager, the C++ application I built one module at a time in this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that student scores are usually in a spreadsheet anyone can edit, and it's hard to spot who is struggling. My users are teachers, who are Admins, and helpers, who are Regular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six main features. Each one came from a different module: the menu from Module 2, roles and binary search from Module 7, validation from Module 8, and the AI coach from Module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starts in students.csv. loadStudents reads it and turns each line into a Student object in the right sorted spot. The menu checks your role, then calls the function you picked, and the result goes to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left is the login and main menu. On the right is option 1, viewing all the students, already sorted by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use it, compile the three cpp files, run it, log in, and pick options from the menu. The screenshot shows what happens when you type bad input: you get a clear error and another 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every C++ topic in the app and the module it came from. The app grew one module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hardest parts were handling bad input, keeping the list sorted for binary search, and organizing the code into files. The screenshot shows a Regular User being blocked from deleting.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I want to connect the AI coach to a real AI service, save changes to the file, and eventually use a database. Thank you, any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&gt;_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Student Record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B9F0D2"/>
                </a:solidFill>
                <a:latin typeface="Calibri"/>
              </a:rPr>
              <a:t>A C++ command-line app for keeping, searching and understanding student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Ahmed Mohammed  ·  CIS 25 C++ Application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The problem and who it's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7451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920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2937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8"/>
                </a:solidFill>
                <a:latin typeface="Calibri"/>
              </a:rPr>
              <a:t>Teachers keep scores in spreadsheets or on paper.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8"/>
                </a:solidFill>
                <a:latin typeface="Calibri"/>
              </a:rPr>
              <a:t>It's slow to find one student, easy to type a wrong score, and anyone with the file can change it.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8"/>
                </a:solidFill>
                <a:latin typeface="Calibri"/>
              </a:rPr>
              <a:t>Nothing points out which students need help.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187451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79" y="1920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2937"/>
                </a:solidFill>
                <a:latin typeface="Calibri"/>
              </a:rPr>
              <a:t>Target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8"/>
                </a:solidFill>
                <a:latin typeface="Calibri"/>
              </a:rPr>
              <a:t>A teacher or tutor with a small class.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8"/>
                </a:solidFill>
                <a:latin typeface="Calibri"/>
              </a:rPr>
              <a:t>Admin: the teacher, who can add, update and delete.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8"/>
                </a:solidFill>
                <a:latin typeface="Calibri"/>
              </a:rPr>
              <a:t>Regular User: a TA or student helper, who can only view and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87451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385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8"/>
                </a:solidFill>
                <a:latin typeface="Calibri"/>
              </a:rPr>
              <a:t>Loops until you choose Exit, with a switch for each 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544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7719" y="187451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799" y="19385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26060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8"/>
                </a:solidFill>
                <a:latin typeface="Calibri"/>
              </a:rPr>
              <a:t>Admin can edit. Regular User can only view and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544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66759" y="187451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9385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Binary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60603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8"/>
                </a:solidFill>
                <a:latin typeface="Calibri"/>
              </a:rPr>
              <a:t>Finds a student by id in just a few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25195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159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Sorted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7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8"/>
                </a:solidFill>
                <a:latin typeface="Calibri"/>
              </a:rPr>
              <a:t>Students are always kept in order by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9319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7719" y="425195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799" y="43159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Input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498347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8"/>
                </a:solidFill>
                <a:latin typeface="Calibri"/>
              </a:rPr>
              <a:t>Bad names, ids and scores get an error and a retry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9319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59" y="4251959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3159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AI Study Coach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4983479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8"/>
                </a:solidFill>
                <a:latin typeface="Calibri"/>
              </a:rPr>
              <a:t>Gives a study tip based on the student's score (mock)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How the data 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1691640" cy="21945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students.csv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1417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B9F0D2"/>
                </a:solidFill>
                <a:latin typeface="Calibri"/>
              </a:rPr>
              <a:t>8 records from a Kaggle dataset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58568" y="3063240"/>
            <a:ext cx="192024" cy="274320"/>
          </a:xfrm>
          <a:prstGeom prst="rightArrow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8880" y="2103120"/>
            <a:ext cx="1691640" cy="2194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33172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loadStudents()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108960"/>
            <a:ext cx="1417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8"/>
                </a:solidFill>
                <a:latin typeface="Calibri"/>
              </a:rPr>
              <a:t>reads each line with ifstream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78808" y="3063240"/>
            <a:ext cx="192024" cy="274320"/>
          </a:xfrm>
          <a:prstGeom prst="rightArrow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1691640" cy="2194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Student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08960"/>
            <a:ext cx="1417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8"/>
                </a:solidFill>
                <a:latin typeface="Calibri"/>
              </a:rPr>
              <a:t>kept sorted by id in an array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99048" y="3063240"/>
            <a:ext cx="192024" cy="274320"/>
          </a:xfrm>
          <a:prstGeom prst="rightArrow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1691640" cy="2194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Menu + role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1417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8"/>
                </a:solidFill>
                <a:latin typeface="Calibri"/>
              </a:rPr>
              <a:t>picks the function to run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19288" y="3063240"/>
            <a:ext cx="192024" cy="274320"/>
          </a:xfrm>
          <a:prstGeom prst="rightArrow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103120"/>
            <a:ext cx="1691640" cy="2194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3172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1417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8"/>
                </a:solidFill>
                <a:latin typeface="Calibri"/>
              </a:rPr>
              <a:t>search, add, update, delete, AI coach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39528" y="3063240"/>
            <a:ext cx="192024" cy="274320"/>
          </a:xfrm>
          <a:prstGeom prst="rightArrow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49840" y="2103120"/>
            <a:ext cx="1691640" cy="21945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33172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3108960"/>
            <a:ext cx="1417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B9F0D2"/>
                </a:solidFill>
                <a:latin typeface="Calibri"/>
              </a:rPr>
              <a:t>results shown to the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B6778"/>
                </a:solidFill>
                <a:latin typeface="Calibri"/>
              </a:rPr>
              <a:t>Every input on the way in goes through the validation functions, and every AI answer is checked before it's shown.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Screenshots</a:t>
            </a:r>
          </a:p>
        </p:txBody>
      </p:sp>
      <p:pic>
        <p:nvPicPr>
          <p:cNvPr id="3" name="Picture 2" descr="1-login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897880" cy="3931920"/>
          </a:xfrm>
          <a:prstGeom prst="rect">
            <a:avLst/>
          </a:prstGeom>
        </p:spPr>
      </p:pic>
      <p:pic>
        <p:nvPicPr>
          <p:cNvPr id="4" name="Picture 3" descr="2-view-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4937760" cy="1975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8"/>
                </a:solidFill>
                <a:latin typeface="Calibri"/>
              </a:rPr>
              <a:t>Logging in as Admin and the main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3566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8"/>
                </a:solidFill>
                <a:latin typeface="Calibri"/>
              </a:rPr>
              <a:t>Viewing all students, sorted by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How to use it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904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56231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8"/>
                </a:solidFill>
                <a:latin typeface="Courier New"/>
              </a:rPr>
              <a:t>g++ -o records main.cpp Validation.cpp AICoach.cpp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048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706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8"/>
                </a:solidFill>
                <a:latin typeface="Courier New"/>
              </a:rPr>
              <a:t>./records  (keep students.csv in the same folder)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192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Log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850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Type your name, then pick Admin or Regular User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33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Pick an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994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Type 1-7 from the menu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480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Fix mistakes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138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If you type something wrong, the app tells you and lets you try again</a:t>
            </a:r>
          </a:p>
        </p:txBody>
      </p:sp>
      <p:pic>
        <p:nvPicPr>
          <p:cNvPr id="18" name="Picture 17" descr="3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2682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8"/>
                </a:solidFill>
                <a:latin typeface="Calibri"/>
              </a:rPr>
              <a:t>Validation catching an empty name, a bad name, a used id and a negative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C++ features I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Menus, loops,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155448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Variables, cin, cout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65176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Arrays, pointers, ifstream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749039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Functions and .h header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84632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554480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Classes, constructors, getters/setters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55448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5176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651760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Inheritance and binary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65176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3749039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Input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749039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632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4846320"/>
            <a:ext cx="3566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AI feature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84632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 i="0">
                <a:solidFill>
                  <a:srgbClr val="2EB872"/>
                </a:solidFill>
                <a:latin typeface="Calibri"/>
              </a:rPr>
              <a:t>Module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F2937"/>
                </a:solidFill>
                <a:latin typeface="Cambria"/>
              </a:rPr>
              <a:t>Challenges and lessons learned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852160" cy="12344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Bad input broke cin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Typing letters for a number made the menu loop forever. cin.clear() and cin.ignore() fixed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5852160" cy="12344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Keeping records sorted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79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Binary search only works on sorted data, so every add has to go in the right spot.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5852160" cy="12344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Splitting code into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7492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8"/>
                </a:solidFill>
                <a:latin typeface="Calibri"/>
              </a:rPr>
              <a:t>Headers made main.cpp shorter, but I had to remember to compile every .cpp file.</a:t>
            </a:r>
          </a:p>
        </p:txBody>
      </p:sp>
      <p:pic>
        <p:nvPicPr>
          <p:cNvPr id="12" name="Picture 11" descr="4-access-den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754880" cy="2060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37033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B6778"/>
                </a:solidFill>
                <a:latin typeface="Calibri"/>
              </a:rPr>
              <a:t>Lesson: security is about rules. The app checks the user's role before every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What's next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190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Connect the AI Study Coach to a real AI service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791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Save changes back to the file automatically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393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Move from a CSV file to a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Track more subjects and scores over time</a:t>
            </a:r>
          </a:p>
        </p:txBody>
      </p:sp>
      <p:pic>
        <p:nvPicPr>
          <p:cNvPr id="11" name="Picture 10" descr="5-ai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120640" cy="20168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B9F0D2"/>
                </a:solidFill>
                <a:latin typeface="Calibri"/>
              </a:rP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